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plants turn light into sugar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Light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Happen in the thylakoid membrane. Produce ATP and NADPH.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Calvin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Happens in the stroma. Fixes CO2 into G3P using ATP &amp; NADPH.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 report due Friday at 11:59pm. Submit as PDF. Include a labelled diagram.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